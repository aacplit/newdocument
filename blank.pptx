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371600"/>
            <a:ext cx="7772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dirty="0">
                <a:solidFill>
                  <a:srgbClr val="000000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Click to add title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143000" y="2697480"/>
            <a:ext cx="6858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rgbClr val="595959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2000" dirty="0">
                <a:solidFill>
                  <a:srgbClr val="595959"/>
                </a:solidFill>
              </a:rPr>
              <a:t>Click to add subtitle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37160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143000" y="26974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AACPL</dc:creator>
  <cp:lastModifiedBy>AACPL</cp:lastModifiedBy>
  <cp:revision>1</cp:revision>
  <dcterms:created xsi:type="dcterms:W3CDTF">2026-10-12T12:53:27Z</dcterms:created>
  <dcterms:modified xsi:type="dcterms:W3CDTF">2026-10-12T12:53:27Z</dcterms:modified>
</cp:coreProperties>
</file>